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B334-59BD-4ACF-96F1-17CF02DA8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1EB2B-0AC1-467A-A834-BE8159E55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7BC7A-2B73-4D72-B497-7B03C5E8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629D-87AE-49FE-B378-423FA7C8DDB5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BE25E-4944-4505-89A7-CC8979CDF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BB8D7-A9C5-4F0B-94C0-AFEA3071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61E34-5D8C-4392-B788-93D9F50CA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95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BBE3-5DCB-4429-97D4-E2CF3AFE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2BDFB-9196-4E74-BAEE-4E89F79AC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82BEA-5963-4DF6-8D88-85923A54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629D-87AE-49FE-B378-423FA7C8DDB5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76E3B-5B15-460F-B711-EB88E97D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C37BB-D5F2-466A-A498-DC9CAFA75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61E34-5D8C-4392-B788-93D9F50CA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0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8260E-FA7D-4D83-96A5-A0AC777C0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9AF49-B55B-4AB3-A149-21DE2FB00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8B09D-F8EB-4063-999E-B3E758636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629D-87AE-49FE-B378-423FA7C8DDB5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1B246-BD4B-4540-852D-E876ACA04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EE6CB-71FF-4F51-9E24-7923B878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61E34-5D8C-4392-B788-93D9F50CA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62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E8DF-6A5D-4F30-9FAF-06DBD8DBD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D4BB0-554A-4FEA-A3D4-C219E0007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7C5D3-BF94-408F-B3E5-B7E2F27D2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43CCC-E235-444C-B31A-F05327F2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629D-87AE-49FE-B378-423FA7C8DDB5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EEE6B-92CD-44DC-824C-0A2200FC0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A4BCE-AF8C-4B4D-8674-DE2D2B09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61E34-5D8C-4392-B788-93D9F50CA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77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2118-FFC8-4904-9DB3-C74F4A9C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75F22-C0E7-4C8B-A1E1-45CD1021E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72E9B-9B47-4931-93FB-C91487A24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3C914-9CF9-4B49-9CED-2E6F9AFED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EC7ED-FC1B-4054-B463-4A71EC9D02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678905-FCDC-4F00-8C92-433E8231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629D-87AE-49FE-B378-423FA7C8DDB5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F94D80-63C4-414A-AA8A-44832E48B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A863FA-5C08-40D7-A5B5-3B87CD4E3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61E34-5D8C-4392-B788-93D9F50CA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1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88A7F-548F-4371-A580-D22962C3B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A894D4-566A-4E0F-A19D-3A29F740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629D-87AE-49FE-B378-423FA7C8DDB5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008146-983E-4A08-8FF9-AEF233D2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7551E-56A6-45D5-AC01-6A415F2A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61E34-5D8C-4392-B788-93D9F50CA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71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4B572F-95E0-4DAA-BC0C-294D9E90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629D-87AE-49FE-B378-423FA7C8DDB5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E423A-8776-4E22-A990-CC7FFA36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E5516-C70D-49A3-AAC6-31AA86713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61E34-5D8C-4392-B788-93D9F50CA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05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7F53-C7B5-49AD-B5DA-25B899911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63AF0-660C-45E4-87EC-FE48F19BE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9D082-4BE4-4710-BCFE-A77EE4465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4927B-2981-4BDB-B4E0-719E3DC53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629D-87AE-49FE-B378-423FA7C8DDB5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549D5-0462-4F65-8925-0AA176A80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4B350-9CDA-4B55-8588-196813AB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61E34-5D8C-4392-B788-93D9F50CA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7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348D-6AA9-4C7C-8DB5-FC16FF4A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0CC8A8-298C-45DE-9549-FB201B350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029D2-7BC0-4974-9AF0-29E528015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248D0-288E-4BC1-B80F-67AE2246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629D-87AE-49FE-B378-423FA7C8DDB5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A50E0-92FA-4722-B8D9-012FE3D3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D6F91-469C-425A-A799-4DFE9D80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61E34-5D8C-4392-B788-93D9F50CA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8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50A29-FD73-4EF6-A2BC-320F5B1C5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1D13B-DD3F-4CD1-AFEB-A55DCD71B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3D48-4142-4A4D-BB91-60E51EE72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629D-87AE-49FE-B378-423FA7C8DDB5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16F7F-E34D-412B-87B5-03D7E860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B48D8-B190-466B-B1F8-297FAA1AC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61E34-5D8C-4392-B788-93D9F50CA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1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72FDA6-7932-44CA-BF01-8C73299D1D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2F2BF-07B4-4A17-BE1E-7C696C575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AB3CD-0F38-4162-9F16-42ACBAE3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629D-87AE-49FE-B378-423FA7C8DDB5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E8A07-B687-47CA-B549-2C54B784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8F320-15FD-4648-AB07-FEFAE5659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61E34-5D8C-4392-B788-93D9F50CA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83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40777-3559-4CC7-8F02-4CD7B382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6439B-FE9A-48A1-9CA4-D5352188F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7F52B-883A-4D42-A06E-1D2C02D04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B629D-87AE-49FE-B378-423FA7C8DDB5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0080D-1EBA-4108-8BD2-D99FE6B32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8B561-9832-40D3-8321-BFCC08D30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61E34-5D8C-4392-B788-93D9F50CA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08084EF-5077-4227-B9B4-ACCE0AB2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Drift Results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99D297-8E27-443C-9299-0B3C161AF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%</a:t>
            </a:r>
            <a:r>
              <a:rPr lang="en-US" dirty="0" err="1"/>
              <a:t>dopar</a:t>
            </a:r>
            <a:r>
              <a:rPr lang="en-US" dirty="0"/>
              <a:t>%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0CAD03F-A316-4A0F-A50E-B8D633C502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678292"/>
            <a:ext cx="5157787" cy="133815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B1FD0D-CE67-48AA-9387-EFFEB5A12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before %</a:t>
            </a:r>
            <a:r>
              <a:rPr lang="en-US" dirty="0" err="1"/>
              <a:t>dopar</a:t>
            </a:r>
            <a:r>
              <a:rPr lang="en-US" dirty="0"/>
              <a:t>$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E1065F0-23AA-437F-BEAD-860769120F3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3856450"/>
            <a:ext cx="5183188" cy="98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0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Drift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 Results</dc:title>
  <dc:creator>Antonios Vytiniotis</dc:creator>
  <cp:lastModifiedBy>Antonios Vytiniotis</cp:lastModifiedBy>
  <cp:revision>2</cp:revision>
  <dcterms:created xsi:type="dcterms:W3CDTF">2021-02-27T04:47:20Z</dcterms:created>
  <dcterms:modified xsi:type="dcterms:W3CDTF">2021-02-27T04:51:30Z</dcterms:modified>
</cp:coreProperties>
</file>